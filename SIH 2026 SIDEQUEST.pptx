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39120195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pubmed.ncbi.nlm.nih.gov/4197585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9066245" y="163921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05727" y="6047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0" y="-63204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951722"/>
            <a:ext cx="8734959" cy="5609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b="1" dirty="0"/>
              <a:t>SIH26003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/>
              <a:t>AI-Based Cognitive Gaming and Memory Assistance Platform for Elderly Dementia Patients in North Eastern Region (NER)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MedTech / </a:t>
            </a:r>
            <a:r>
              <a:rPr lang="en-IN" sz="2400" b="1" dirty="0" err="1"/>
              <a:t>BioTech</a:t>
            </a:r>
            <a:r>
              <a:rPr lang="en-IN" sz="2400" b="1" dirty="0"/>
              <a:t> / HealthTech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ID- 1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Sidequest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200" y="1477092"/>
            <a:ext cx="12191999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2"/>
                </a:solidFill>
              </a:rPr>
              <a:t>Personalized Cognitive Care &amp; Engagement Platform for Dementia Patients</a:t>
            </a:r>
            <a:endParaRPr lang="en-US" sz="28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SAHARA</a:t>
            </a:r>
            <a:r>
              <a:rPr lang="en-IN" dirty="0"/>
              <a:t> is a dementia-support application with two separate interfaces: </a:t>
            </a:r>
            <a:r>
              <a:rPr lang="en-IN" b="1" dirty="0"/>
              <a:t>Patient</a:t>
            </a:r>
            <a:r>
              <a:rPr lang="en-IN" dirty="0"/>
              <a:t> and </a:t>
            </a:r>
            <a:r>
              <a:rPr lang="en-IN" b="1" dirty="0"/>
              <a:t>Caretaker</a:t>
            </a:r>
            <a:r>
              <a:rPr lang="en-IN" dirty="0"/>
              <a:t>. </a:t>
            </a:r>
          </a:p>
          <a:p>
            <a:r>
              <a:rPr lang="en-IN" dirty="0"/>
              <a:t>      Patient interface provides three cognitive games: </a:t>
            </a:r>
            <a:r>
              <a:rPr lang="en-IN" b="1" dirty="0"/>
              <a:t>Memory Match, Sequence Recall, and Family Recognition</a:t>
            </a:r>
            <a:r>
              <a:rPr lang="en-IN" dirty="0"/>
              <a:t>. </a:t>
            </a:r>
          </a:p>
          <a:p>
            <a:r>
              <a:rPr lang="en-IN" dirty="0"/>
              <a:t>      Caretaker dashboard enables </a:t>
            </a:r>
            <a:r>
              <a:rPr lang="en-IN" b="1" dirty="0"/>
              <a:t>activity, scores, schedules, medicine-status tracking, and family-photo management</a:t>
            </a:r>
            <a:r>
              <a:rPr lang="en-IN" dirty="0"/>
              <a:t>. </a:t>
            </a:r>
          </a:p>
          <a:p>
            <a:r>
              <a:rPr lang="en-IN" dirty="0"/>
              <a:t>      Includes </a:t>
            </a:r>
            <a:r>
              <a:rPr lang="en-IN" b="1" dirty="0"/>
              <a:t>voice-assisted instructions</a:t>
            </a:r>
            <a:r>
              <a:rPr lang="en-IN" dirty="0"/>
              <a:t> and language support for improved accessibility.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Provides </a:t>
            </a:r>
            <a:r>
              <a:rPr lang="en-IN" b="1" dirty="0"/>
              <a:t>simple and engaging cognitive activities</a:t>
            </a:r>
            <a:r>
              <a:rPr lang="en-IN" dirty="0"/>
              <a:t> for elderly users. Uses </a:t>
            </a:r>
            <a:r>
              <a:rPr lang="en-IN" b="1" dirty="0"/>
              <a:t>familiar family photos</a:t>
            </a:r>
            <a:r>
              <a:rPr lang="en-IN" dirty="0"/>
              <a:t> to make recognition activities personalized. Helps caregivers </a:t>
            </a:r>
            <a:r>
              <a:rPr lang="en-IN" b="1" dirty="0"/>
              <a:t>monitor activity and performance</a:t>
            </a:r>
            <a:r>
              <a:rPr lang="en-IN" dirty="0"/>
              <a:t> from one dashboard.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Combines </a:t>
            </a:r>
            <a:r>
              <a:rPr lang="en-IN" b="1" dirty="0"/>
              <a:t>cognitive gaming + personalized family recognition + caregiver monitoring</a:t>
            </a:r>
            <a:r>
              <a:rPr lang="en-IN" dirty="0"/>
              <a:t> in one platform. </a:t>
            </a:r>
            <a:r>
              <a:rPr lang="en-IN" b="1" dirty="0"/>
              <a:t>Randomized game  </a:t>
            </a:r>
          </a:p>
          <a:p>
            <a:r>
              <a:rPr lang="en-IN" b="1" dirty="0"/>
              <a:t>       content</a:t>
            </a:r>
            <a:r>
              <a:rPr lang="en-IN" dirty="0"/>
              <a:t> provides variety instead of repeating identical sessions.   V</a:t>
            </a:r>
            <a:r>
              <a:rPr lang="en-IN" b="1" dirty="0"/>
              <a:t>oice and multilingual support</a:t>
            </a:r>
            <a:r>
              <a:rPr lang="en-IN" dirty="0"/>
              <a:t> improves accessibility for </a:t>
            </a:r>
          </a:p>
          <a:p>
            <a:r>
              <a:rPr lang="en-IN" dirty="0"/>
              <a:t>       elderly users.</a:t>
            </a:r>
          </a:p>
          <a:p>
            <a:endParaRPr lang="en-IN" dirty="0"/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741623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SideQuest</a:t>
            </a:r>
            <a:endParaRPr lang="en-IN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4632B4-9D0A-D45B-8314-D0B34A1DA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257" y="1847943"/>
            <a:ext cx="7341442" cy="40975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2329580"/>
            <a:ext cx="507295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u="sng" dirty="0"/>
              <a:t>Technologies used</a:t>
            </a:r>
          </a:p>
          <a:p>
            <a:r>
              <a:rPr lang="en-US" sz="2400" b="1" dirty="0"/>
              <a:t>React + Vite</a:t>
            </a:r>
            <a:r>
              <a:rPr lang="en-US" sz="2400" dirty="0"/>
              <a:t>→ </a:t>
            </a:r>
            <a:r>
              <a:rPr lang="en-US" sz="2400" b="1" dirty="0"/>
              <a:t>Frontend</a:t>
            </a:r>
            <a:br>
              <a:rPr lang="en-US" sz="2400" dirty="0"/>
            </a:br>
            <a:r>
              <a:rPr lang="en-US" sz="2400" b="1" dirty="0"/>
              <a:t>Local Storage / Database</a:t>
            </a:r>
            <a:r>
              <a:rPr lang="en-US" sz="2400" dirty="0"/>
              <a:t> → </a:t>
            </a:r>
            <a:r>
              <a:rPr lang="en-US" sz="2400" b="1" dirty="0"/>
              <a:t>Data</a:t>
            </a:r>
            <a:br>
              <a:rPr lang="en-US" sz="2400" dirty="0"/>
            </a:br>
            <a:r>
              <a:rPr lang="en-US" sz="2400" b="1" dirty="0"/>
              <a:t>Speech Technology</a:t>
            </a:r>
            <a:r>
              <a:rPr lang="en-US" sz="2400" dirty="0"/>
              <a:t> → </a:t>
            </a:r>
            <a:r>
              <a:rPr lang="en-US" sz="2400" b="1" dirty="0"/>
              <a:t>Voice</a:t>
            </a:r>
            <a:br>
              <a:rPr lang="en-US" sz="2400" dirty="0"/>
            </a:br>
            <a:r>
              <a:rPr lang="en-US" sz="2400" b="1" dirty="0"/>
              <a:t>Role-Based Authentication</a:t>
            </a:r>
            <a:r>
              <a:rPr lang="en-US" sz="2400" dirty="0"/>
              <a:t> → </a:t>
            </a:r>
            <a:r>
              <a:rPr lang="en-US" sz="2000" b="1" dirty="0"/>
              <a:t>Security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5"/>
            <a:ext cx="1657647" cy="96226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SideQuest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5D165F-4F15-DE86-6679-81AB6AAEDEBA}"/>
              </a:ext>
            </a:extLst>
          </p:cNvPr>
          <p:cNvSpPr txBox="1"/>
          <p:nvPr/>
        </p:nvSpPr>
        <p:spPr>
          <a:xfrm>
            <a:off x="4907902" y="1379520"/>
            <a:ext cx="4946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Process Flowchart</a:t>
            </a:r>
            <a:endParaRPr lang="en-IN" sz="2400" b="1" u="sn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6376" y="-3883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5107" y="167219"/>
            <a:ext cx="1694969" cy="81159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SideQuest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5AE33B-F687-2ECE-A661-D296FF593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592" y="1063837"/>
            <a:ext cx="9725997" cy="51208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755B3C2-0EB5-39B4-80CC-BEC36C756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10" y="805898"/>
            <a:ext cx="10161037" cy="55423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432" y="1500"/>
            <a:ext cx="2083503" cy="983791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74A94224-0FB6-50F0-55AB-15117C0C62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5107" y="167219"/>
            <a:ext cx="1694969" cy="81159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SideQuest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34955" y="1168571"/>
            <a:ext cx="93853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hlinkClick r:id="rId3"/>
              </a:rPr>
              <a:t>Effectiveness of Internet-Based or Mobile App Interventions for Family Caregivers of Older Adults with Dementia: A Systematic Review – PubMed</a:t>
            </a:r>
            <a:r>
              <a:rPr lang="en-US" sz="2000" dirty="0"/>
              <a:t>  : Internet and mobile-based interventions can improve the well-being and support needs of dementia caregivers.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hlinkClick r:id="rId4"/>
              </a:rPr>
              <a:t>Home-Based Digital Healthcare Interventions for Dementia: A Systematic Review of Patient and Family Caregiver Outcomes - PubMed</a:t>
            </a:r>
            <a:r>
              <a:rPr lang="en-US" sz="2000" dirty="0"/>
              <a:t> :Digital, personalized, home-based interventions can support cognitive health in dementia while reducing caregiver burden and stress.</a:t>
            </a:r>
            <a:endParaRPr lang="en-US" sz="2000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D7F4BE74-2581-22EB-4CCE-C1C7CBEAD3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1780" y="140426"/>
            <a:ext cx="1685639" cy="92341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SideQuest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7625</TotalTime>
  <Words>354</Words>
  <Application>Microsoft Office PowerPoint</Application>
  <PresentationFormat>Widescreen</PresentationFormat>
  <Paragraphs>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Ashma Dessai</cp:lastModifiedBy>
  <cp:revision>150</cp:revision>
  <dcterms:created xsi:type="dcterms:W3CDTF">2013-12-12T18:46:50Z</dcterms:created>
  <dcterms:modified xsi:type="dcterms:W3CDTF">2026-09-02T05:14:43Z</dcterms:modified>
  <cp:category/>
</cp:coreProperties>
</file>